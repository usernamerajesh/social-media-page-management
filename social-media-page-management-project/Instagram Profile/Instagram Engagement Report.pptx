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60" r:id="rId3"/>
    <p:sldId id="261" r:id="rId4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tableStyles" Target="tableStyle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465888" y="0"/>
            <a:ext cx="3300638" cy="6035295"/>
          </a:xfrm>
          <a:prstGeom prst="rect"/>
        </p:spPr>
      </p:pic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4946795" y="38891"/>
            <a:ext cx="3337616" cy="5996403"/>
          </a:xfrm>
          <a:prstGeom prst="rect"/>
        </p:spPr>
      </p:pic>
      <p:sp>
        <p:nvSpPr>
          <p:cNvPr id="1048650" name=""/>
          <p:cNvSpPr txBox="1"/>
          <p:nvPr/>
        </p:nvSpPr>
        <p:spPr>
          <a:xfrm>
            <a:off x="311263" y="6174122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0000"/>
                </a:solidFill>
              </a:rPr>
              <a:t>L</a:t>
            </a:r>
            <a:r>
              <a:rPr b="1" sz="2800" lang="en-US">
                <a:solidFill>
                  <a:srgbClr val="000000"/>
                </a:solidFill>
              </a:rPr>
              <a:t>a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t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9</a:t>
            </a:r>
            <a:r>
              <a:rPr b="1" sz="2800" lang="en-US">
                <a:solidFill>
                  <a:srgbClr val="000000"/>
                </a:solidFill>
              </a:rPr>
              <a:t>0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d</a:t>
            </a:r>
            <a:r>
              <a:rPr b="1" sz="2800" lang="en-US">
                <a:solidFill>
                  <a:srgbClr val="000000"/>
                </a:solidFill>
              </a:rPr>
              <a:t>a</a:t>
            </a:r>
            <a:r>
              <a:rPr b="1" sz="2800" lang="en-US">
                <a:solidFill>
                  <a:srgbClr val="000000"/>
                </a:solidFill>
              </a:rPr>
              <a:t>y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I</a:t>
            </a:r>
            <a:r>
              <a:rPr b="1" sz="2800" lang="en-US">
                <a:solidFill>
                  <a:srgbClr val="000000"/>
                </a:solidFill>
              </a:rPr>
              <a:t>n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i</a:t>
            </a:r>
            <a:r>
              <a:rPr b="1" sz="2800" lang="en-US">
                <a:solidFill>
                  <a:srgbClr val="000000"/>
                </a:solidFill>
              </a:rPr>
              <a:t>ght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endParaRPr b="1" sz="2800" lang="en-IN">
              <a:solidFill>
                <a:srgbClr val="000000"/>
              </a:solidFill>
            </a:endParaRPr>
          </a:p>
        </p:txBody>
      </p:sp>
      <p:sp>
        <p:nvSpPr>
          <p:cNvPr id="1048652" name=""/>
          <p:cNvSpPr txBox="1"/>
          <p:nvPr/>
        </p:nvSpPr>
        <p:spPr>
          <a:xfrm>
            <a:off x="4946795" y="6174122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0000"/>
                </a:solidFill>
              </a:rPr>
              <a:t>L</a:t>
            </a:r>
            <a:r>
              <a:rPr b="1" sz="2800" lang="en-US">
                <a:solidFill>
                  <a:srgbClr val="000000"/>
                </a:solidFill>
              </a:rPr>
              <a:t>a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t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3</a:t>
            </a:r>
            <a:r>
              <a:rPr b="1" sz="2800" lang="en-US">
                <a:solidFill>
                  <a:srgbClr val="000000"/>
                </a:solidFill>
              </a:rPr>
              <a:t>0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d</a:t>
            </a:r>
            <a:r>
              <a:rPr b="1" sz="2800" lang="en-US">
                <a:solidFill>
                  <a:srgbClr val="000000"/>
                </a:solidFill>
              </a:rPr>
              <a:t>a</a:t>
            </a:r>
            <a:r>
              <a:rPr b="1" sz="2800" lang="en-US">
                <a:solidFill>
                  <a:srgbClr val="000000"/>
                </a:solidFill>
              </a:rPr>
              <a:t>y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I</a:t>
            </a:r>
            <a:r>
              <a:rPr b="1" sz="2800" lang="en-US">
                <a:solidFill>
                  <a:srgbClr val="000000"/>
                </a:solidFill>
              </a:rPr>
              <a:t>n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i</a:t>
            </a:r>
            <a:r>
              <a:rPr b="1" sz="2800" lang="en-US">
                <a:solidFill>
                  <a:srgbClr val="000000"/>
                </a:solidFill>
              </a:rPr>
              <a:t>g</a:t>
            </a:r>
            <a:r>
              <a:rPr b="1" sz="2800" lang="en-US">
                <a:solidFill>
                  <a:srgbClr val="000000"/>
                </a:solidFill>
              </a:rPr>
              <a:t>h</a:t>
            </a:r>
            <a:r>
              <a:rPr b="1" sz="2800" lang="en-US">
                <a:solidFill>
                  <a:srgbClr val="000000"/>
                </a:solidFill>
              </a:rPr>
              <a:t>ts</a:t>
            </a:r>
            <a:endParaRPr b="1"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604982" y="414993"/>
            <a:ext cx="3193499" cy="5501069"/>
          </a:xfrm>
          <a:prstGeom prst="rect"/>
        </p:spPr>
      </p:pic>
      <p:sp>
        <p:nvSpPr>
          <p:cNvPr id="1048654" name=""/>
          <p:cNvSpPr txBox="1"/>
          <p:nvPr/>
        </p:nvSpPr>
        <p:spPr>
          <a:xfrm>
            <a:off x="604982" y="6111609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0000"/>
                </a:solidFill>
              </a:rPr>
              <a:t>J</a:t>
            </a:r>
            <a:r>
              <a:rPr b="1" sz="2800" lang="en-US">
                <a:solidFill>
                  <a:srgbClr val="000000"/>
                </a:solidFill>
              </a:rPr>
              <a:t>u</a:t>
            </a:r>
            <a:r>
              <a:rPr b="1" sz="2800" lang="en-US">
                <a:solidFill>
                  <a:srgbClr val="000000"/>
                </a:solidFill>
              </a:rPr>
              <a:t>l</a:t>
            </a:r>
            <a:r>
              <a:rPr b="1" sz="2800" lang="en-US">
                <a:solidFill>
                  <a:srgbClr val="000000"/>
                </a:solidFill>
              </a:rPr>
              <a:t>y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M</a:t>
            </a:r>
            <a:r>
              <a:rPr b="1" sz="2800" lang="en-US">
                <a:solidFill>
                  <a:srgbClr val="000000"/>
                </a:solidFill>
              </a:rPr>
              <a:t>o</a:t>
            </a:r>
            <a:r>
              <a:rPr b="1" sz="2800" lang="en-US">
                <a:solidFill>
                  <a:srgbClr val="000000"/>
                </a:solidFill>
              </a:rPr>
              <a:t>n</a:t>
            </a:r>
            <a:r>
              <a:rPr b="1" sz="2800" lang="en-US">
                <a:solidFill>
                  <a:srgbClr val="000000"/>
                </a:solidFill>
              </a:rPr>
              <a:t>t</a:t>
            </a:r>
            <a:r>
              <a:rPr b="1" sz="2800" lang="en-US">
                <a:solidFill>
                  <a:srgbClr val="000000"/>
                </a:solidFill>
              </a:rPr>
              <a:t>h</a:t>
            </a:r>
            <a:r>
              <a:rPr b="1" sz="2800" lang="en-US">
                <a:solidFill>
                  <a:srgbClr val="000000"/>
                </a:solidFill>
              </a:rPr>
              <a:t>l</a:t>
            </a:r>
            <a:r>
              <a:rPr b="1" sz="2800" lang="en-US">
                <a:solidFill>
                  <a:srgbClr val="000000"/>
                </a:solidFill>
              </a:rPr>
              <a:t>y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Recap</a:t>
            </a:r>
            <a:endParaRPr b="1" sz="2800" lang="en-IN">
              <a:solidFill>
                <a:srgbClr val="000000"/>
              </a:solidFill>
            </a:endParaRPr>
          </a:p>
        </p:txBody>
      </p:sp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4943361" y="409672"/>
            <a:ext cx="2987694" cy="5376688"/>
          </a:xfrm>
          <a:prstGeom prst="rect"/>
        </p:spPr>
      </p:pic>
      <p:sp>
        <p:nvSpPr>
          <p:cNvPr id="1048655" name=""/>
          <p:cNvSpPr txBox="1"/>
          <p:nvPr/>
        </p:nvSpPr>
        <p:spPr>
          <a:xfrm>
            <a:off x="4943361" y="6111608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0000"/>
                </a:solidFill>
              </a:rPr>
              <a:t>O</a:t>
            </a:r>
            <a:r>
              <a:rPr b="1" sz="2800" lang="en-US">
                <a:solidFill>
                  <a:srgbClr val="000000"/>
                </a:solidFill>
              </a:rPr>
              <a:t>c</a:t>
            </a:r>
            <a:r>
              <a:rPr b="1" sz="2800" lang="en-US">
                <a:solidFill>
                  <a:srgbClr val="000000"/>
                </a:solidFill>
              </a:rPr>
              <a:t>t</a:t>
            </a:r>
            <a:r>
              <a:rPr b="1" sz="2800" lang="en-US">
                <a:solidFill>
                  <a:srgbClr val="000000"/>
                </a:solidFill>
              </a:rPr>
              <a:t>o</a:t>
            </a:r>
            <a:r>
              <a:rPr b="1" sz="2800" lang="en-US">
                <a:solidFill>
                  <a:srgbClr val="000000"/>
                </a:solidFill>
              </a:rPr>
              <a:t>ber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M</a:t>
            </a:r>
            <a:r>
              <a:rPr b="1" sz="2800" lang="en-US">
                <a:solidFill>
                  <a:srgbClr val="000000"/>
                </a:solidFill>
              </a:rPr>
              <a:t>o</a:t>
            </a:r>
            <a:r>
              <a:rPr b="1" sz="2800" lang="en-US">
                <a:solidFill>
                  <a:srgbClr val="000000"/>
                </a:solidFill>
              </a:rPr>
              <a:t>n</a:t>
            </a:r>
            <a:r>
              <a:rPr b="1" sz="2800" lang="en-US">
                <a:solidFill>
                  <a:srgbClr val="000000"/>
                </a:solidFill>
              </a:rPr>
              <a:t>t</a:t>
            </a:r>
            <a:r>
              <a:rPr b="1" sz="2800" lang="en-US">
                <a:solidFill>
                  <a:srgbClr val="000000"/>
                </a:solidFill>
              </a:rPr>
              <a:t>h</a:t>
            </a:r>
            <a:r>
              <a:rPr b="1" sz="2800" lang="en-US">
                <a:solidFill>
                  <a:srgbClr val="000000"/>
                </a:solidFill>
              </a:rPr>
              <a:t>l</a:t>
            </a:r>
            <a:r>
              <a:rPr b="1" sz="2800" lang="en-US">
                <a:solidFill>
                  <a:srgbClr val="000000"/>
                </a:solidFill>
              </a:rPr>
              <a:t>y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R</a:t>
            </a:r>
            <a:r>
              <a:rPr b="1" sz="2800" lang="en-US">
                <a:solidFill>
                  <a:srgbClr val="000000"/>
                </a:solidFill>
              </a:rPr>
              <a:t>e</a:t>
            </a:r>
            <a:r>
              <a:rPr b="1" sz="2800" lang="en-US">
                <a:solidFill>
                  <a:srgbClr val="000000"/>
                </a:solidFill>
              </a:rPr>
              <a:t>c</a:t>
            </a:r>
            <a:r>
              <a:rPr b="1" sz="2800" lang="en-US">
                <a:solidFill>
                  <a:srgbClr val="000000"/>
                </a:solidFill>
              </a:rPr>
              <a:t>a</a:t>
            </a:r>
            <a:r>
              <a:rPr b="1" sz="2800" lang="en-US">
                <a:solidFill>
                  <a:srgbClr val="000000"/>
                </a:solidFill>
              </a:rPr>
              <a:t>p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2409FPCC4I</dc:creator>
  <dcterms:created xsi:type="dcterms:W3CDTF">2015-05-11T22:30:45Z</dcterms:created>
  <dcterms:modified xsi:type="dcterms:W3CDTF">2025-11-19T07:05:29Z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391b4425df33460ea2b93734aa0321f2</vt:lpwstr>
  </property>
</Properties>
</file>